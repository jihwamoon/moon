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16771-71AC-6E3F-ABBD-956B20B6D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6F728C-9787-FB6C-46DB-CB3D242E6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5F3FAE-32D3-4665-0396-8E1C3132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64351-498E-DB24-DE76-D0327B47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C17784-2531-99F0-01C4-2FB33417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1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5F38C-36F2-E632-501A-FA6E5F79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CD5D3-C1B9-9DB7-3BE7-5C7F21E19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EF59B-0C28-F83B-95E7-113E630E8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2C620A-1CE3-6061-61CE-33682AF7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55357-3136-6C6F-27C2-A2763542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1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F2203-CDBD-C360-489D-F61744FB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6EEEE4-DC5B-B963-A18A-43847603C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055EDF-53C0-35BC-E775-493B4346D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90BEB-A4D0-86AB-87C3-5D41A45B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83476-99C6-70D8-B19A-0BCEE1EC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4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1676F-F2B1-5247-647C-4A9670E3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22D46-D39B-1E18-3BFD-BAA7114EE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91A0E3-5862-442B-49B8-62D2C9434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5B3F06-CDB6-06B1-B286-0171C507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ECEA12-682F-7EC6-357E-528C0CCC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D644BD-37BE-0F94-6052-37FC205D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69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6FDCB-E657-16EB-E1A9-657FEE35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194FC0-0BCF-82EA-07AE-610FC7A53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6EECE2-F00C-CFA6-9CFA-2BD1B2190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EF15C4-9C41-BE81-107F-1BD684655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A1C17F-F700-95CC-6FA5-FE2668F88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886252-D73A-D756-044A-FCFAB870E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F2BF08-5174-1902-DA23-D0A9F552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1C8429-0AE7-A580-403B-FCFD4795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9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4D9C1-0FF4-9D12-AB53-6CDF06247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B7A003-C147-3F5B-4F21-122B68AC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620DAC-C7DC-5A04-8450-DCA69A98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15CFE5-21E1-8BE7-EBE1-DAF097E6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88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D8587E-CE55-F650-2285-BC166DE1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F43489-7258-50EE-A5B1-E5C49C70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4B359-B4FD-DC38-BEB0-E93C4027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88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FD30B-EB3E-5EE1-BB86-358D1841B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B3437-52C3-9E73-8294-97470B1F1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9C61AA-5624-1AAC-9292-A7A00A376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720599-BA33-F392-E00F-48B9A446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FA45F5-A2CF-EC97-9A28-DAF35E83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E3439D-F9FD-10BC-F2F5-E3ACDE2E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181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E2BCA-559F-8B7F-9199-FB49F06F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02B00B-0F0F-212C-9094-A904AA2B79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538CF0-66B3-8D73-2484-3290D01A4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FFFE44-4179-062F-2D1E-78BC68EC6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AAAFF4-843D-C583-5A7A-BE1A97D4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E17806-19E7-7851-63D5-5BAC39CC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585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62007-7291-FEF2-CB77-9FA759EC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5A6131-F7AB-5E85-0BE4-F6929315D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D4A04-6A37-BBE9-AAFE-63566A41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DC2B7-FC03-7FA6-B717-8B74E5D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D7E12-066D-9032-6BA7-FDDBD367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60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35B4FB-ABBA-D5BE-8D69-F16F59E51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8CBDFB-D35C-A0EA-B096-9F9341215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5F21FF-8775-D305-16A5-A232BF78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8E796-C6BC-1DAC-9C40-9D19A2B1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60A78-9646-FA0C-EA88-D47D3530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55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129565-1980-655D-0BF0-E138E650D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5540E3-D5BB-B774-DF1C-309849D52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0E1471-02AB-02AC-04EE-4C354BCFC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1B5D6-431D-40AB-B55A-40FB4E23B357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487665-F714-2816-FDBF-5BC66013C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86ACBB-3BE5-2007-DA8C-015A82C12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468B8-8C65-4D2F-8A31-5CCB073AA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540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31C99-A289-0956-D05E-176A878C8753}"/>
              </a:ext>
            </a:extLst>
          </p:cNvPr>
          <p:cNvSpPr txBox="1"/>
          <p:nvPr/>
        </p:nvSpPr>
        <p:spPr>
          <a:xfrm>
            <a:off x="850900" y="1701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0F6B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 CREATIVE REVIEW REQUEST</a:t>
            </a:r>
            <a:endParaRPr lang="ko-KR" altLang="en-US" sz="1500" b="1">
              <a:solidFill>
                <a:srgbClr val="0F6B5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5EBE9-7186-7F88-83BC-C37DC9CB9605}"/>
              </a:ext>
            </a:extLst>
          </p:cNvPr>
          <p:cNvSpPr txBox="1"/>
          <p:nvPr/>
        </p:nvSpPr>
        <p:spPr>
          <a:xfrm>
            <a:off x="850900" y="2260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400" b="1">
                <a:solidFill>
                  <a:srgbClr val="1E24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부가서비스 외부 광고 이미지 검수 요청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E602C-7E08-84CC-F0EE-401932B48C25}"/>
              </a:ext>
            </a:extLst>
          </p:cNvPr>
          <p:cNvSpPr txBox="1"/>
          <p:nvPr/>
        </p:nvSpPr>
        <p:spPr>
          <a:xfrm>
            <a:off x="850900" y="32385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안심 클라우드 </a:t>
            </a:r>
            <a:r>
              <a:rPr lang="en-US" altLang="ko-KR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 </a:t>
            </a:r>
            <a:r>
              <a:rPr lang="ko-KR" altLang="en-US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 </a:t>
            </a:r>
            <a:r>
              <a:rPr lang="ko-KR" altLang="en-US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5B1F4-CE87-64B4-6A87-A9B85F26E65C}"/>
              </a:ext>
            </a:extLst>
          </p:cNvPr>
          <p:cNvSpPr txBox="1"/>
          <p:nvPr/>
        </p:nvSpPr>
        <p:spPr>
          <a:xfrm>
            <a:off x="850900" y="5283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6D9A2-BD2D-BDB7-31D3-F00654655C96}"/>
              </a:ext>
            </a:extLst>
          </p:cNvPr>
          <p:cNvSpPr txBox="1"/>
          <p:nvPr/>
        </p:nvSpPr>
        <p:spPr>
          <a:xfrm>
            <a:off x="850900" y="5740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2026. 10. 22</a:t>
            </a:r>
            <a:endParaRPr lang="ko-KR" altLang="en-US" sz="14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9BD70-1012-4DC2-8994-CB96F9C231C8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95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E1DF68-79C0-0AD9-633B-28BD5BE1D801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02BB8-2DE3-27B7-600B-99B239751091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47C8DE-FF89-EE2E-FE99-93005CC7F5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97020"/>
            <a:ext cx="5854700" cy="3063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70C80-9D81-9DFD-9C6F-275DB0A9D7FD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628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F3D36DF-148E-0E56-A020-633610F12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650531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418872205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348900096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59963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57529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06430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94659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34566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628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3125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10425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82916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0999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A5475A6-1452-DE34-74B9-0FDC182F1D08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20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7319B8-725F-FED0-8521-0E7593FFD92D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D2264-1CA9-EB3D-03A3-9709D0EB84C8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E24638-6149-EFEF-6D5F-77FE3469CF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270000"/>
            <a:ext cx="2428875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8B22B7-CB8B-C298-A960-319056E6F7F5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900 × 1600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6C973FB-3C0E-51DC-D6B5-B1A9A6DAF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749282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53358651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33122250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05978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50798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6010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6537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0749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 × 1600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82857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0806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04517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8440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72D894C-C8EB-A945-6AD7-E2E523FB7F86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185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851F8A-9482-005C-E14B-7A98084F6FDA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6E99A-1685-92FC-A8AD-D6B36D950A64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237A4B-4E71-4859-1112-675BA0A919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1270000"/>
            <a:ext cx="4318000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88D1A9-F422-6144-4E86-E77AA59AA422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1200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4208D6A-82E0-302D-4056-FCFB677B2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908120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6319597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994286537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52759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90145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41306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55756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09257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1200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5955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7545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36051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9534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731F29B-1118-10F1-6F24-09CF0AAC25FD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88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E8A028-9D81-0421-FEBD-638B1FCDAC7D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DB084-6943-7982-D83E-F9C8A3DAEB6F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D6D416-43CF-7DA5-8371-8D39BAD2FC4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97020"/>
            <a:ext cx="5854700" cy="3063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0893F5-C043-1601-760E-15CFCF92E346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628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11ED969-0299-C665-F9DD-A2A8F4591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020475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77392486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819267784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91495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4352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0396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86025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16601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628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3695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90711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22607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6399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A807F81-6037-0B80-5B8A-ED18AC90E4B1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035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CD4FE7-8226-926E-8DA3-CC2C763AD57B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50400-1B1B-7BE5-9DD7-64BA9A6E8E8B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C2818F-1495-EAEA-75C8-DE0F296230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270000"/>
            <a:ext cx="2428875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8F99B-A0A8-F82B-2020-6059351A5522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900 × 1600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E16411C-59CF-DBC7-5782-0F5BA0AEE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275279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797259673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756869504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33857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48881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74496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0254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27330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 × 1600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58186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65902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5730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2985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02A2142-2481-1615-DCF2-F14BFCDED347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9993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3CFE28-3E55-15B4-462D-C6B10E48437A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468A0-3EC3-2106-BB46-159E546ABE40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A14C08-6D48-9543-9155-E487D4EC93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1270000"/>
            <a:ext cx="4318000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77660-A224-F878-68AC-CB615AC17364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1200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2981A06-C1F6-1038-1264-453D33405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63068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42891198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231564388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74177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3646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20247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29328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18195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1200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9884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81659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2422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1698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67C731-5028-2632-CA96-8926F0D1D224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697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38B180-0B4B-E497-858F-59DBFD556329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1C5D2-1394-32FF-6A16-89B329B4100F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417022-7AEF-406D-1F9C-3423D19E20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97020"/>
            <a:ext cx="5854700" cy="3063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62059C-7A97-AA47-1C29-92A18D8F45D9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628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D14E3CC-B35F-0C67-B2BA-F4CE22F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995633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760690732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892894501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0944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88620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68387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950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9426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628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6007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87407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11651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7406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E07EF46-1E47-34EC-48B4-664DCBFB7267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742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66BCA3-3420-307D-36BB-B9D2EBFC6075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2FE6D-2ABC-F87D-5476-062A6764CB7C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560D25-73A6-2628-256A-CDCA142242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270000"/>
            <a:ext cx="2428875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3363C4-0826-827C-3E3B-94261C8B1EEA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900 × 1600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5FD66B8-316B-CF0A-3CFE-DF0050C5F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352216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983315998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3632645982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76856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50218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6566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77115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47323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 × 1600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42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1134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72251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66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8BCB533-62FA-12F3-25CE-6695B97DC490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58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F2730E-DF50-0DCF-97FF-5FC9B81A3EF4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3A16A-8455-3AB8-9389-84C4BA104745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1179EC-2DA1-820F-634C-035B7E803E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1270000"/>
            <a:ext cx="4318000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94C588-29DD-5355-9724-36582BC3A406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1200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2BBAD7C-2D04-0140-1662-33F1EE0ED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54240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286953889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387227096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49774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34191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00908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56242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51908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1200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8936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4423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07598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0979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0249E2D-20BF-6575-80EA-E0147C045137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8372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E675D-0634-FA13-DBC7-A555ACDB1B1F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5FF98-919D-FED4-0B9B-D6B25CAA3FBB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678367-C112-0C95-A1B7-38A4B5C2C91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97020"/>
            <a:ext cx="5854700" cy="3063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776896-D57C-BD6B-C3DC-05C0A43A6ADE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628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795D4AF-AD7D-51E4-2E9E-C89B3F1CC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865347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461584756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47029950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25436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33545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54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42242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42425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628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60911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71181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88032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6216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30361D-6A81-CB24-3599-28DBA9464678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57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F2921-3FD4-689D-3C77-46AE01B14893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5454E-B499-A74E-651A-9AE5521744A5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91CB36-E382-4B4C-4F67-4BEFAEB7F2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270000"/>
            <a:ext cx="2428875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9AB040-03DF-3E07-5216-6DE65B0C5AD3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900 × 1600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4DB0FB4-3831-FC75-3E79-52EFA20F6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433069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541622473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780204911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912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00945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45852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93626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3044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 × 1600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58609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14374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59591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035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A2111A-6492-190C-ACBB-9672A8CD8AD2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4141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EEE6ED-F6FF-C5E7-471B-19CFAA654747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AC95-0BB5-17F4-6876-598DDF3B98CB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177F83-7B1E-A7F4-5A15-09EFB04862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1270000"/>
            <a:ext cx="4318000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996CD-88B9-B46C-677E-A1CAA648AB35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1200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A8B13D-614C-5A55-9F89-C68B50765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54609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607374735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570882363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81081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6844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5127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39036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9514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1200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61335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22814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8886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6156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5DC1E24-0CB6-C4BD-15D8-C6EF593D3128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709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3EDA4E-EACA-4D65-4FB4-1632268D4061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20B9A-5DE6-04A0-E6B6-5C13630D3160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1D5F7B-505F-C7D0-E1E9-2BBF4F82BB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97020"/>
            <a:ext cx="5854700" cy="3063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550D51-E2F0-9BB7-9E85-DB958572EE6E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628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1367EFB-5332-F33E-6EC5-E19DA7338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351107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090304523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3401931983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14960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32561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01489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48624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24429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628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2939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35119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607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224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283EB6B-5351-93C4-4979-43DB3340B5C6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8803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CCE41-4A8E-3C84-E378-01EAA27B7C28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BC5D9-EBDA-8C15-5066-7199328493D3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794C00-65CE-0E5A-B933-8FFDD33EE3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270000"/>
            <a:ext cx="2428875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CF2576-487A-F0C5-D912-AC8A05981AD9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900 × 1600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BE5336E-426F-A7BD-4F0E-9DB75CCA4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850837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57527241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369730487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26362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50391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88714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38438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9108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 × 1600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75064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94561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95250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978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D67CC4-5585-0E9F-7536-F5262FFAAD8C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0618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F81D6A-6B68-4FFE-D052-4274EE8185EA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C4E67-109A-5B71-0B61-CB2E0ECAF8C8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67DF1A-CC39-AE04-ADB5-34EDBC693B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1270000"/>
            <a:ext cx="4318000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02F69E-2D51-01DD-461A-07D3DEC813BF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1200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70D14E7-298F-0132-F9AC-13F0EDFF1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657026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233557362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63138621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70541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50918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49117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01290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3286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1200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0498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92353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83394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8517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2DBC8A-89D4-41E7-83FD-024EED0D0758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919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8AFD-8497-C0E5-01BF-3A36C6A55D74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E8EBC-0BD8-074E-C8CE-F10AFDEC0EBE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1680D2-30E0-8680-A1D0-CE2A32D648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97020"/>
            <a:ext cx="5854700" cy="3063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C99318-EC0A-036B-7AB9-0E5FFF1CD3D2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628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6264633-BC94-CCC6-1A4D-5CB8E5615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783975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83504197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812049760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65411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18248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86747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29689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92975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628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08961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264126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38070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2370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C5942DD-89E1-3E9F-A6B5-347B058AC571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0853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69729-35A0-7AA3-06E6-EA03616BD94A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902B3-F2F7-DEB4-1179-B924105BF59F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E02124-3DD5-C76F-3166-950D4398DB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270000"/>
            <a:ext cx="2428875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123230-5D69-C6F5-6D0B-4C23CAA0EFC0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900 × 1600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FD35C68-7EED-7B40-9F53-9328C5003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64896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65247853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373980121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54639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6960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91323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427233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202531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 × 1600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99762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731837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57102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0014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AF16E88-B158-5E7B-1902-236CF67FA210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114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BDDEB-6707-614E-6055-FFA3F942C8EB}"/>
              </a:ext>
            </a:extLst>
          </p:cNvPr>
          <p:cNvSpPr txBox="1"/>
          <p:nvPr/>
        </p:nvSpPr>
        <p:spPr>
          <a:xfrm>
            <a:off x="609600" y="30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오션블루 </a:t>
            </a:r>
            <a:r>
              <a:rPr lang="en-US" altLang="ko-KR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이미지 검수 요청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5CFC8-F187-7066-432B-027DAC673A80}"/>
              </a:ext>
            </a:extLst>
          </p:cNvPr>
          <p:cNvSpPr txBox="1"/>
          <p:nvPr/>
        </p:nvSpPr>
        <p:spPr>
          <a:xfrm>
            <a:off x="609600" y="609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5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소재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BAC1E3-9C36-7947-5CD4-ED4D5C22BD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1270000"/>
            <a:ext cx="4318000" cy="431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758411-ABF0-506B-3CBF-5F93AD0E6DB3}"/>
              </a:ext>
            </a:extLst>
          </p:cNvPr>
          <p:cNvSpPr txBox="1"/>
          <p:nvPr/>
        </p:nvSpPr>
        <p:spPr>
          <a:xfrm>
            <a:off x="1041400" y="5880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노출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소재에 따른 오토 리사이징 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 사이즈</a:t>
            </a:r>
            <a:r>
              <a:rPr lang="en-US" altLang="ko-KR" sz="1100">
                <a:solidFill>
                  <a:srgbClr val="6B72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1200 × 1200</a:t>
            </a:r>
            <a:endParaRPr lang="ko-KR" altLang="en-US" sz="1100">
              <a:solidFill>
                <a:srgbClr val="6B72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5AA6383-2BF6-001F-18FC-4111BD392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914059"/>
              </p:ext>
            </p:extLst>
          </p:nvPr>
        </p:nvGraphicFramePr>
        <p:xfrm>
          <a:off x="6769100" y="1282700"/>
          <a:ext cx="4940300" cy="3949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362098866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714335591"/>
                    </a:ext>
                  </a:extLst>
                </a:gridCol>
              </a:tblGrid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 U+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67923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매체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5416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서비스명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 클라우드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517018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지면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 Display Network (GDN)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203389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일정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통신사 검수 완료 후 최종 확정 예정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11056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 × 1200</a:t>
                      </a:r>
                      <a:endParaRPr lang="ko-KR" altLang="en-US" sz="1200" b="0">
                        <a:solidFill>
                          <a:srgbClr val="1E2433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277632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앱 노출 사이즈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반응 소재에 따른 오토 리사이징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52270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사유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광고 소재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992484"/>
                  </a:ext>
                </a:extLst>
              </a:tr>
              <a:tr h="4388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rgbClr val="3A435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rgbClr val="1E243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표기 영역은 제휴사 가이드에 따름</a:t>
                      </a:r>
                    </a:p>
                  </a:txBody>
                  <a:tcPr marL="127000" marR="76200" marT="25400" marB="25400" anchor="ctr">
                    <a:lnL w="9525" cmpd="sng">
                      <a:solidFill>
                        <a:srgbClr val="D0D5DB"/>
                      </a:solidFill>
                    </a:lnL>
                    <a:lnR w="9525" cmpd="sng">
                      <a:solidFill>
                        <a:srgbClr val="D0D5DB"/>
                      </a:solidFill>
                    </a:lnR>
                    <a:lnT w="9525" cmpd="sng">
                      <a:solidFill>
                        <a:srgbClr val="D0D5DB"/>
                      </a:solidFill>
                    </a:lnT>
                    <a:lnB w="9525" cmpd="sng">
                      <a:solidFill>
                        <a:srgbClr val="D0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4654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6473534-5F1C-A1CA-F015-10DB5A2CBDB6}"/>
              </a:ext>
            </a:extLst>
          </p:cNvPr>
          <p:cNvSpPr txBox="1"/>
          <p:nvPr/>
        </p:nvSpPr>
        <p:spPr>
          <a:xfrm>
            <a:off x="11176000" y="6451600"/>
            <a:ext cx="40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8A91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r>
            <a:endParaRPr lang="ko-KR" altLang="en-US" sz="900">
              <a:solidFill>
                <a:srgbClr val="8A91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540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Microsoft Office PowerPoint</Application>
  <PresentationFormat>사용자 지정</PresentationFormat>
  <Paragraphs>402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문지화</dc:creator>
  <cp:lastModifiedBy>문지화</cp:lastModifiedBy>
  <cp:revision>1</cp:revision>
  <dcterms:created xsi:type="dcterms:W3CDTF">2026-10-22T01:38:14Z</dcterms:created>
  <dcterms:modified xsi:type="dcterms:W3CDTF">2026-10-22T01:38:14Z</dcterms:modified>
</cp:coreProperties>
</file>