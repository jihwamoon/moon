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900" y="17018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6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 CREATIVE REVIEW REQUEST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50900" y="2260600"/>
            <a:ext cx="10922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4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오션블루 부가서비스 외부 광고 이미지 검수 요청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50900" y="3238500"/>
            <a:ext cx="889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 클라우드 14 건, 총 14 건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50900" y="52832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오션블루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0900" y="57404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2026. 10. 22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76000" y="6451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오션블루 · 광고 이미지 검수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6096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소재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178" y="1270000"/>
            <a:ext cx="3395544" cy="431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1400" y="5880100"/>
            <a:ext cx="558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노출 사이즈: 반응 소재에 따른 오토 리사이징 / 제작 사이즈: 600 × 763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9100" y="1282700"/>
          <a:ext cx="4940300" cy="914400"/>
        </p:xfrm>
        <a:graphic>
          <a:graphicData uri="http://schemas.openxmlformats.org/drawingml/2006/table">
            <a:tbl>
              <a:tblPr/>
              <a:tblGrid>
                <a:gridCol w="1460500"/>
                <a:gridCol w="3479800"/>
              </a:tblGrid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 U+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매체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안심 클라우드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지면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 검수 완료 후 최종 확정 예정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제작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 × 763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노출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소재에 따른 오토 리사이징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검수 사유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광고 소재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표기 영역은 제휴사 가이드에 따름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176000" y="6451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오션블루 · 광고 이미지 검수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6096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소재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178" y="1270000"/>
            <a:ext cx="3395544" cy="431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1400" y="5880100"/>
            <a:ext cx="558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노출 사이즈: 반응 소재에 따른 오토 리사이징 / 제작 사이즈: 600 × 763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9100" y="1282700"/>
          <a:ext cx="4940300" cy="914400"/>
        </p:xfrm>
        <a:graphic>
          <a:graphicData uri="http://schemas.openxmlformats.org/drawingml/2006/table">
            <a:tbl>
              <a:tblPr/>
              <a:tblGrid>
                <a:gridCol w="1460500"/>
                <a:gridCol w="3479800"/>
              </a:tblGrid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 U+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매체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안심 클라우드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지면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 검수 완료 후 최종 확정 예정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제작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 × 763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노출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소재에 따른 오토 리사이징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검수 사유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광고 소재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표기 영역은 제휴사 가이드에 따름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176000" y="6451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오션블루 · 광고 이미지 검수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6096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소재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178" y="1270000"/>
            <a:ext cx="3395544" cy="431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1400" y="5880100"/>
            <a:ext cx="558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노출 사이즈: 반응 소재에 따른 오토 리사이징 / 제작 사이즈: 600 × 763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9100" y="1282700"/>
          <a:ext cx="4940300" cy="914400"/>
        </p:xfrm>
        <a:graphic>
          <a:graphicData uri="http://schemas.openxmlformats.org/drawingml/2006/table">
            <a:tbl>
              <a:tblPr/>
              <a:tblGrid>
                <a:gridCol w="1460500"/>
                <a:gridCol w="3479800"/>
              </a:tblGrid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 U+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매체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안심 클라우드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지면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 검수 완료 후 최종 확정 예정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제작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 × 763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노출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소재에 따른 오토 리사이징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검수 사유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광고 소재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표기 영역은 제휴사 가이드에 따름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176000" y="6451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오션블루 · 광고 이미지 검수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6096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소재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178" y="1270000"/>
            <a:ext cx="3395544" cy="431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1400" y="5880100"/>
            <a:ext cx="558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노출 사이즈: 반응 소재에 따른 오토 리사이징 / 제작 사이즈: 600 × 763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9100" y="1282700"/>
          <a:ext cx="4940300" cy="914400"/>
        </p:xfrm>
        <a:graphic>
          <a:graphicData uri="http://schemas.openxmlformats.org/drawingml/2006/table">
            <a:tbl>
              <a:tblPr/>
              <a:tblGrid>
                <a:gridCol w="1460500"/>
                <a:gridCol w="3479800"/>
              </a:tblGrid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 U+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매체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안심 클라우드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지면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 검수 완료 후 최종 확정 예정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제작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 × 763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노출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소재에 따른 오토 리사이징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검수 사유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광고 소재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표기 영역은 제휴사 가이드에 따름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176000" y="6451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오션블루 · 광고 이미지 검수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6096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소재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178" y="1270000"/>
            <a:ext cx="3395544" cy="431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1400" y="5880100"/>
            <a:ext cx="558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노출 사이즈: 반응 소재에 따른 오토 리사이징 / 제작 사이즈: 600 × 763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9100" y="1282700"/>
          <a:ext cx="4940300" cy="914400"/>
        </p:xfrm>
        <a:graphic>
          <a:graphicData uri="http://schemas.openxmlformats.org/drawingml/2006/table">
            <a:tbl>
              <a:tblPr/>
              <a:tblGrid>
                <a:gridCol w="1460500"/>
                <a:gridCol w="3479800"/>
              </a:tblGrid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 U+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매체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안심 클라우드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지면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 검수 완료 후 최종 확정 예정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제작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 × 763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노출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소재에 따른 오토 리사이징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검수 사유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광고 소재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표기 영역은 제휴사 가이드에 따름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176000" y="6451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오션블루 · 광고 이미지 검수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6096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소재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178" y="1270000"/>
            <a:ext cx="3395544" cy="431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1400" y="5880100"/>
            <a:ext cx="558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노출 사이즈: 반응 소재에 따른 오토 리사이징 / 제작 사이즈: 600 × 763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9100" y="1282700"/>
          <a:ext cx="4940300" cy="914400"/>
        </p:xfrm>
        <a:graphic>
          <a:graphicData uri="http://schemas.openxmlformats.org/drawingml/2006/table">
            <a:tbl>
              <a:tblPr/>
              <a:tblGrid>
                <a:gridCol w="1460500"/>
                <a:gridCol w="3479800"/>
              </a:tblGrid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 U+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매체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안심 클라우드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지면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 검수 완료 후 최종 확정 예정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제작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 × 763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노출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소재에 따른 오토 리사이징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검수 사유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광고 소재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표기 영역은 제휴사 가이드에 따름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176000" y="6451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오션블루 · 광고 이미지 검수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6096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소재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178" y="1270000"/>
            <a:ext cx="3395544" cy="431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1400" y="5880100"/>
            <a:ext cx="558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노출 사이즈: 반응 소재에 따른 오토 리사이징 / 제작 사이즈: 600 × 763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9100" y="1282700"/>
          <a:ext cx="4940300" cy="914400"/>
        </p:xfrm>
        <a:graphic>
          <a:graphicData uri="http://schemas.openxmlformats.org/drawingml/2006/table">
            <a:tbl>
              <a:tblPr/>
              <a:tblGrid>
                <a:gridCol w="1460500"/>
                <a:gridCol w="3479800"/>
              </a:tblGrid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 U+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매체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안심 클라우드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지면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 검수 완료 후 최종 확정 예정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제작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 × 763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노출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소재에 따른 오토 리사이징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검수 사유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광고 소재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표기 영역은 제휴사 가이드에 따름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176000" y="6451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오션블루 · 광고 이미지 검수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6096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소재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919" y="1270000"/>
            <a:ext cx="3394061" cy="431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1400" y="5880100"/>
            <a:ext cx="558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노출 사이즈: 반응 소재에 따른 오토 리사이징 / 제작 사이즈: 1080 × 1374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9100" y="1282700"/>
          <a:ext cx="4940300" cy="914400"/>
        </p:xfrm>
        <a:graphic>
          <a:graphicData uri="http://schemas.openxmlformats.org/drawingml/2006/table">
            <a:tbl>
              <a:tblPr/>
              <a:tblGrid>
                <a:gridCol w="1460500"/>
                <a:gridCol w="3479800"/>
              </a:tblGrid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 U+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매체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안심 클라우드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지면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 검수 완료 후 최종 확정 예정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제작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1080 × 1374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노출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소재에 따른 오토 리사이징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검수 사유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광고 소재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표기 영역은 제휴사 가이드에 따름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176000" y="6451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오션블루 · 광고 이미지 검수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6096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소재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919" y="1270000"/>
            <a:ext cx="3394061" cy="431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1400" y="5880100"/>
            <a:ext cx="558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노출 사이즈: 반응 소재에 따른 오토 리사이징 / 제작 사이즈: 1080 × 1374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9100" y="1282700"/>
          <a:ext cx="4940300" cy="914400"/>
        </p:xfrm>
        <a:graphic>
          <a:graphicData uri="http://schemas.openxmlformats.org/drawingml/2006/table">
            <a:tbl>
              <a:tblPr/>
              <a:tblGrid>
                <a:gridCol w="1460500"/>
                <a:gridCol w="3479800"/>
              </a:tblGrid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 U+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매체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안심 클라우드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지면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 검수 완료 후 최종 확정 예정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제작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1080 × 1374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노출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소재에 따른 오토 리사이징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검수 사유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광고 소재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표기 영역은 제휴사 가이드에 따름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176000" y="6451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오션블루 · 광고 이미지 검수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6096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소재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919" y="1270000"/>
            <a:ext cx="3394061" cy="431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1400" y="5880100"/>
            <a:ext cx="558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노출 사이즈: 반응 소재에 따른 오토 리사이징 / 제작 사이즈: 1080 × 1374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9100" y="1282700"/>
          <a:ext cx="4940300" cy="914400"/>
        </p:xfrm>
        <a:graphic>
          <a:graphicData uri="http://schemas.openxmlformats.org/drawingml/2006/table">
            <a:tbl>
              <a:tblPr/>
              <a:tblGrid>
                <a:gridCol w="1460500"/>
                <a:gridCol w="3479800"/>
              </a:tblGrid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 U+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매체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안심 클라우드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지면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 검수 완료 후 최종 확정 예정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제작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1080 × 1374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노출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소재에 따른 오토 리사이징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검수 사유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광고 소재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표기 영역은 제휴사 가이드에 따름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176000" y="6451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오션블루 · 광고 이미지 검수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6096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소재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919" y="1270000"/>
            <a:ext cx="3394061" cy="431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1400" y="5880100"/>
            <a:ext cx="558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노출 사이즈: 반응 소재에 따른 오토 리사이징 / 제작 사이즈: 1080 × 1374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9100" y="1282700"/>
          <a:ext cx="4940300" cy="914400"/>
        </p:xfrm>
        <a:graphic>
          <a:graphicData uri="http://schemas.openxmlformats.org/drawingml/2006/table">
            <a:tbl>
              <a:tblPr/>
              <a:tblGrid>
                <a:gridCol w="1460500"/>
                <a:gridCol w="3479800"/>
              </a:tblGrid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 U+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매체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안심 클라우드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지면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 검수 완료 후 최종 확정 예정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제작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1080 × 1374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노출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소재에 따른 오토 리사이징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검수 사유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광고 소재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표기 영역은 제휴사 가이드에 따름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176000" y="6451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오션블루 · 광고 이미지 검수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6096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소재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919" y="1270000"/>
            <a:ext cx="3394061" cy="431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1400" y="5880100"/>
            <a:ext cx="558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노출 사이즈: 반응 소재에 따른 오토 리사이징 / 제작 사이즈: 1080 × 1374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9100" y="1282700"/>
          <a:ext cx="4940300" cy="914400"/>
        </p:xfrm>
        <a:graphic>
          <a:graphicData uri="http://schemas.openxmlformats.org/drawingml/2006/table">
            <a:tbl>
              <a:tblPr/>
              <a:tblGrid>
                <a:gridCol w="1460500"/>
                <a:gridCol w="3479800"/>
              </a:tblGrid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 U+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매체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안심 클라우드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지면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 검수 완료 후 최종 확정 예정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제작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1080 × 1374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노출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소재에 따른 오토 리사이징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검수 사유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광고 소재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표기 영역은 제휴사 가이드에 따름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176000" y="6451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오션블루 · 광고 이미지 검수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6096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소재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919" y="1270000"/>
            <a:ext cx="3394061" cy="431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1400" y="5880100"/>
            <a:ext cx="558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노출 사이즈: 반응 소재에 따른 오토 리사이징 / 제작 사이즈: 1080 × 1374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9100" y="1282700"/>
          <a:ext cx="4940300" cy="914400"/>
        </p:xfrm>
        <a:graphic>
          <a:graphicData uri="http://schemas.openxmlformats.org/drawingml/2006/table">
            <a:tbl>
              <a:tblPr/>
              <a:tblGrid>
                <a:gridCol w="1460500"/>
                <a:gridCol w="3479800"/>
              </a:tblGrid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 U+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매체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안심 클라우드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지면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 검수 완료 후 최종 확정 예정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제작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1080 × 1374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노출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소재에 따른 오토 리사이징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검수 사유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광고 소재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표기 영역은 제휴사 가이드에 따름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176000" y="6451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오션블루 · 광고 이미지 검수 요청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6096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소재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919" y="1270000"/>
            <a:ext cx="3394061" cy="431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1400" y="5880100"/>
            <a:ext cx="558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노출 사이즈: 반응 소재에 따른 오토 리사이징 / 제작 사이즈: 1080 × 1374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9100" y="1282700"/>
          <a:ext cx="4940300" cy="914400"/>
        </p:xfrm>
        <a:graphic>
          <a:graphicData uri="http://schemas.openxmlformats.org/drawingml/2006/table">
            <a:tbl>
              <a:tblPr/>
              <a:tblGrid>
                <a:gridCol w="1460500"/>
                <a:gridCol w="3479800"/>
              </a:tblGrid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 U+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매체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안심 클라우드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지면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Display Network (GDN)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 검수 완료 후 최종 확정 예정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제작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1080 × 1374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노출 사이즈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소재에 따른 오토 리사이징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검수 사유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광고 소재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3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 표기 영역은 제휴사 가이드에 따름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76200" marT="0" marB="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176000" y="6451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오션블루_이미지 검수 요청_261022_안심클라우드_LGU+</dc:title>
  <dc:subject>PptxGenJS Presentation</dc:subject>
  <dc:creator>오션블루</dc:creator>
  <cp:lastModifiedBy>오션블루</cp:lastModifiedBy>
  <cp:revision>1</cp:revision>
  <dcterms:created xsi:type="dcterms:W3CDTF">2026-10-22T04:26:27Z</dcterms:created>
  <dcterms:modified xsi:type="dcterms:W3CDTF">2026-10-22T04:26:27Z</dcterms:modified>
</cp:coreProperties>
</file>